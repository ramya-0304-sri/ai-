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52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657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240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40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746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54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290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659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51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40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2228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85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6897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729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722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585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21503-B685-462E-88CA-7A22AD57454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8773277-8F9F-4557-B224-911F2C4C8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95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86C4-3CA1-F72F-3788-8645E03972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AI GUARD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75806-8A82-7087-BB19-3394A0203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HYBRID SAFETY SYSTEM</a:t>
            </a:r>
          </a:p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</a:rPr>
              <a:t>Ramya / Team-Alpha</a:t>
            </a:r>
          </a:p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</a:rPr>
              <a:t>Tech24-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</a:rPr>
              <a:t>GDCoC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</a:rPr>
              <a:t> 2025 HACKS</a:t>
            </a:r>
          </a:p>
        </p:txBody>
      </p:sp>
    </p:spTree>
    <p:extLst>
      <p:ext uri="{BB962C8B-B14F-4D97-AF65-F5344CB8AC3E}">
        <p14:creationId xmlns:p14="http://schemas.microsoft.com/office/powerpoint/2010/main" val="1192259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247DD-B4C0-E110-8B2B-2280A15E1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PROBLEM STATEMENT: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40AA8-0B00-67FE-B23A-EDE906036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Existing safety apps depend only on SOS buttons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Users may not be able to act in panic situations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Delayed response can increase harm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Need for an automatic + manual safety solution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491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79A5-DACD-F29B-B332-EE37230D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PROPOSED SOLUTION: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B402E-89EC-A85F-E826-152EE7509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Hybrid safety system (Manual SOS + Automatic detection).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Automatic risk analysis using behavior and environment.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Alerts sent to police and trusted contacts.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Works for gender-neutral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365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24CB6-64ED-6D3A-6A27-AC6D046B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SYSTEM FLOW: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7337D-2C75-94E6-4EBC-AE15456BB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User registration</a:t>
            </a:r>
          </a:p>
          <a:p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Continuous monitoring</a:t>
            </a:r>
          </a:p>
          <a:p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Risk score calculation</a:t>
            </a:r>
          </a:p>
          <a:p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Manual SOS override</a:t>
            </a:r>
          </a:p>
          <a:p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</a:rPr>
              <a:t>Autoamtic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alert trigger</a:t>
            </a:r>
          </a:p>
          <a:p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Notification to police and trusted contacts</a:t>
            </a:r>
          </a:p>
        </p:txBody>
      </p:sp>
    </p:spTree>
    <p:extLst>
      <p:ext uri="{BB962C8B-B14F-4D97-AF65-F5344CB8AC3E}">
        <p14:creationId xmlns:p14="http://schemas.microsoft.com/office/powerpoint/2010/main" val="2373904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8DD9-A1F0-BE4A-A31F-38701DB23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LOGIC: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22214-C927-DDEA-E463-5B7F7A4F9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Risk detection logic: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Based on time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Movement pattern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Crowd level 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 Threshold-based decision: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Safe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Warning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Emergency alert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771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CC3D-1430-FCCE-9A00-5EF95A64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TECHNOLOGY STACK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3771-D187-4940-7673-F05EDF3CA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Python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Flask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Pandas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Scikit-learn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SQLite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HTML,CSS</a:t>
            </a:r>
          </a:p>
        </p:txBody>
      </p:sp>
    </p:spTree>
    <p:extLst>
      <p:ext uri="{BB962C8B-B14F-4D97-AF65-F5344CB8AC3E}">
        <p14:creationId xmlns:p14="http://schemas.microsoft.com/office/powerpoint/2010/main" val="3825024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3C14D-D1A0-AB60-A65D-48DDE2D6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ADVANTEGES: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6C6A9-6D2E-A303-7324-BAA2E01C0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Works even when user can't act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Reduces SOS dependency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Automatic emergency response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Gender-neutral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895BD-18ED-2295-5FAC-12A3C812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FUTURE ENHANCEMENT: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5F847-21C7-75DB-66AC-940207484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Real police API integration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Wearable sensors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Voice stress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7465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42</TotalTime>
  <Words>173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AI GUARD</vt:lpstr>
      <vt:lpstr>PROBLEM STATEMENT:</vt:lpstr>
      <vt:lpstr>PROPOSED SOLUTION:</vt:lpstr>
      <vt:lpstr>SYSTEM FLOW:</vt:lpstr>
      <vt:lpstr>LOGIC:</vt:lpstr>
      <vt:lpstr>TECHNOLOGY STACK:</vt:lpstr>
      <vt:lpstr>ADVANTEGES:</vt:lpstr>
      <vt:lpstr>FUTURE ENHANCEMENT: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ramyasri thokala</dc:creator>
  <cp:lastModifiedBy>ramyasri thokala</cp:lastModifiedBy>
  <cp:revision>1</cp:revision>
  <dcterms:created xsi:type="dcterms:W3CDTF">2026-01-01T18:41:23Z</dcterms:created>
  <dcterms:modified xsi:type="dcterms:W3CDTF">2026-01-01T19:23:30Z</dcterms:modified>
</cp:coreProperties>
</file>